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533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47D1A52-9FA3-4AEE-A7AB-26167E4493A6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AB3E3D25-9376-44E4-B5FC-6675BA3C5C3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TỔNG KẾT CHƯƠNG I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085215" y="2642235"/>
            <a:ext cx="3906520" cy="163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Họ và tên: Đỗ Trọng Tuấn</a:t>
            </a:r>
            <a:br>
              <a:rPr lang="en-US"/>
            </a:br>
            <a:r>
              <a:rPr lang="en-US"/>
              <a:t>Lớp: D_CNO K13A</a:t>
            </a:r>
            <a:br>
              <a:rPr lang="en-US"/>
            </a:br>
            <a:r>
              <a:rPr lang="en-US"/>
              <a:t>Môn học: XE Ô TÔ ĐIỆN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8F064D-A2B5-A380-A590-25D6C939E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0681" y="620713"/>
            <a:ext cx="10363200" cy="1470025"/>
          </a:xfrm>
        </p:spPr>
        <p:txBody>
          <a:bodyPr/>
          <a:lstStyle/>
          <a:p>
            <a:r>
              <a:rPr lang="vi-VN" dirty="0"/>
              <a:t>Giới Thiệu Về Xe Ô Tô Điện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03631-5244-7C07-EDC0-C3650A1B4A38}"/>
              </a:ext>
            </a:extLst>
          </p:cNvPr>
          <p:cNvSpPr txBox="1"/>
          <p:nvPr/>
        </p:nvSpPr>
        <p:spPr>
          <a:xfrm>
            <a:off x="745147" y="2219864"/>
            <a:ext cx="73921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dirty="0"/>
              <a:t>- Xe ô tô điện (Electric Vehicle – EV) là loại phương tiện sử dụng </a:t>
            </a:r>
            <a:r>
              <a:rPr lang="vi-VN" b="1" dirty="0"/>
              <a:t>động cơ điện</a:t>
            </a:r>
            <a:r>
              <a:rPr lang="vi-VN" dirty="0"/>
              <a:t> thay vì động cơ đốt trong truyền thống. Nguồn năng lượng chính của xe điện là </a:t>
            </a:r>
            <a:r>
              <a:rPr lang="vi-VN" b="1" dirty="0"/>
              <a:t>pin sạc</a:t>
            </a:r>
            <a:r>
              <a:rPr lang="vi-VN" dirty="0"/>
              <a:t>, thường là pin lithium-ion, giúp vận hành xe một cách êm ái, tiết kiệm và thân thiện với môi trường.</a:t>
            </a:r>
          </a:p>
          <a:p>
            <a:pPr>
              <a:buNone/>
            </a:pPr>
            <a:endParaRPr lang="vi-VN" dirty="0"/>
          </a:p>
          <a:p>
            <a:pPr>
              <a:buNone/>
            </a:pPr>
            <a:r>
              <a:rPr lang="vi-VN" dirty="0"/>
              <a:t>- Trong bối cảnh biến đổi khí hậu và ô nhiễm không khí ngày càng nghiêm trọng, xe điện trở thành giải pháp giao thông bền vững, góp phần </a:t>
            </a:r>
            <a:r>
              <a:rPr lang="vi-VN" b="1" dirty="0"/>
              <a:t>giảm lượng khí thải CO₂</a:t>
            </a:r>
            <a:r>
              <a:rPr lang="vi-VN" dirty="0"/>
              <a:t> và </a:t>
            </a:r>
            <a:r>
              <a:rPr lang="vi-VN" b="1" dirty="0"/>
              <a:t>phụ thuộc vào nhiên liệu hóa thạch</a:t>
            </a:r>
            <a:r>
              <a:rPr lang="vi-V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22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XU HƯỚNG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258560" y="1751965"/>
            <a:ext cx="5756910" cy="35648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5660" y="1582420"/>
            <a:ext cx="5332730" cy="5020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1. </a:t>
            </a:r>
            <a:r>
              <a:rPr lang="" altLang="en-US"/>
              <a:t>Đ</a:t>
            </a:r>
            <a:r>
              <a:rPr lang="en-US" altLang="en-US"/>
              <a:t>iện hóa toàn cầu </a:t>
            </a:r>
            <a:r>
              <a:rPr lang="zh-CN" altLang="en-US"/>
              <a:t>🌍</a:t>
            </a:r>
            <a:endParaRPr lang="en-US" altLang="en-US"/>
          </a:p>
          <a:p>
            <a:r>
              <a:rPr lang="en-US" altLang="en-US"/>
              <a:t>Đặt mục tiêu cấm bán xe x</a:t>
            </a:r>
            <a:r>
              <a:rPr lang="" altLang="en-US"/>
              <a:t>ă</a:t>
            </a:r>
            <a:r>
              <a:rPr lang="en-US" altLang="en-US"/>
              <a:t>ng mới từ 2030–2035.</a:t>
            </a:r>
          </a:p>
          <a:p>
            <a:r>
              <a:rPr lang="en-US" altLang="en-US"/>
              <a:t>Chính phủ khuyến khích EV bằng trợ giá, miễn thuế, phát triển hạ tầng sạc.</a:t>
            </a:r>
          </a:p>
          <a:p>
            <a:r>
              <a:rPr lang="en-US" altLang="en-US"/>
              <a:t>2. Công nghệ pin bứt phá </a:t>
            </a:r>
            <a:r>
              <a:rPr lang="zh-CN" altLang="en-US"/>
              <a:t>🔋</a:t>
            </a:r>
            <a:endParaRPr lang="en-US" altLang="en-US"/>
          </a:p>
          <a:p>
            <a:r>
              <a:rPr lang="en-US" altLang="en-US"/>
              <a:t>Dung l</a:t>
            </a:r>
            <a:r>
              <a:rPr lang="" altLang="en-US"/>
              <a:t>ư</a:t>
            </a:r>
            <a:r>
              <a:rPr lang="en-US" altLang="en-US"/>
              <a:t>ợng cao, sạc nhanh hơn, an toàn hơn.</a:t>
            </a:r>
          </a:p>
          <a:p>
            <a:r>
              <a:rPr lang="en-US" altLang="en-US"/>
              <a:t>3. Hạ tầng sạc mở rộng </a:t>
            </a:r>
            <a:r>
              <a:rPr lang="zh-CN" altLang="en-US"/>
              <a:t>⚡</a:t>
            </a:r>
            <a:endParaRPr lang="en-US" altLang="en-US"/>
          </a:p>
          <a:p>
            <a:r>
              <a:rPr lang="en-US" altLang="en-US"/>
              <a:t>Trạm sạc nhanh </a:t>
            </a:r>
            <a:r>
              <a:rPr lang="" altLang="en-US"/>
              <a:t>đư</a:t>
            </a:r>
            <a:r>
              <a:rPr lang="en-US" altLang="en-US"/>
              <a:t>ợc xây dựng rộng rãi (15–30 phút sạc ~80%).</a:t>
            </a:r>
          </a:p>
          <a:p>
            <a:r>
              <a:rPr lang="en-US" altLang="en-US"/>
              <a:t>Công nghệ sạc không dây, sạc 2 chiều (V2G) </a:t>
            </a:r>
            <a:r>
              <a:rPr lang="" altLang="en-US"/>
              <a:t>đ</a:t>
            </a:r>
            <a:r>
              <a:rPr lang="en-US" altLang="en-US"/>
              <a:t>ang thử nghiệm và dần phổ biến.</a:t>
            </a:r>
          </a:p>
          <a:p>
            <a:r>
              <a:rPr lang="en-US" altLang="en-US"/>
              <a:t>4. Xe </a:t>
            </a:r>
            <a:r>
              <a:rPr lang="" altLang="en-US"/>
              <a:t>đ</a:t>
            </a:r>
            <a:r>
              <a:rPr lang="en-US" altLang="en-US"/>
              <a:t>iện thông minh – tự lái </a:t>
            </a:r>
            <a:r>
              <a:rPr lang="zh-CN" altLang="en-US"/>
              <a:t>🤖</a:t>
            </a:r>
            <a:endParaRPr lang="en-US" altLang="en-US"/>
          </a:p>
          <a:p>
            <a:r>
              <a:rPr lang="en-US" altLang="en-US"/>
              <a:t>Xe </a:t>
            </a:r>
            <a:r>
              <a:rPr lang="" altLang="en-US"/>
              <a:t>đ</a:t>
            </a:r>
            <a:r>
              <a:rPr lang="en-US" altLang="en-US"/>
              <a:t>iện gắn liền với AI, kết nối IoT, OTA update.</a:t>
            </a:r>
          </a:p>
          <a:p>
            <a:r>
              <a:rPr lang="en-US" altLang="en-US"/>
              <a:t>Kết hợp công nghệ tự lái </a:t>
            </a:r>
            <a:r>
              <a:rPr lang="" altLang="en-US"/>
              <a:t>đ</a:t>
            </a:r>
            <a:r>
              <a:rPr lang="en-US" altLang="en-US"/>
              <a:t>ể tạo nên ph</a:t>
            </a:r>
            <a:r>
              <a:rPr lang="" altLang="en-US"/>
              <a:t>ư</a:t>
            </a:r>
            <a:r>
              <a:rPr lang="en-US" altLang="en-US"/>
              <a:t>ơng tiện giao thông thông minh.</a:t>
            </a:r>
          </a:p>
          <a:p>
            <a:r>
              <a:rPr lang="en-US" altLang="en-US"/>
              <a:t>5. </a:t>
            </a:r>
            <a:r>
              <a:rPr lang="" altLang="en-US"/>
              <a:t>Đ</a:t>
            </a:r>
            <a:r>
              <a:rPr lang="en-US" altLang="en-US"/>
              <a:t>a dạng phân khúc &amp; phổ cập hóa </a:t>
            </a:r>
            <a:r>
              <a:rPr lang="zh-CN" altLang="en-US"/>
              <a:t>💰</a:t>
            </a:r>
            <a:endParaRPr lang="en-US" altLang="en-US"/>
          </a:p>
          <a:p>
            <a:r>
              <a:rPr lang="en-US" altLang="en-US"/>
              <a:t>Giá EV dần giảm → dễ tiếp cận hơn với ng</a:t>
            </a:r>
            <a:r>
              <a:rPr lang="" altLang="en-US"/>
              <a:t>ư</a:t>
            </a:r>
            <a:r>
              <a:rPr lang="en-US" altLang="en-US"/>
              <a:t>ời tiêu dùng phổ thông.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LỢI ÍCH CỦA XE ĐIỆN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85715"/>
          </a:xfrm>
        </p:spPr>
        <p:txBody>
          <a:bodyPr/>
          <a:lstStyle/>
          <a:p>
            <a:r>
              <a:rPr lang="en-US" altLang="en-US" sz="1400"/>
              <a:t>1. Kinh tế </a:t>
            </a:r>
            <a:r>
              <a:rPr lang="zh-CN" altLang="en-US" sz="1400"/>
              <a:t>💰</a:t>
            </a:r>
            <a:endParaRPr lang="en-US" altLang="en-US" sz="1400"/>
          </a:p>
          <a:p>
            <a:r>
              <a:rPr lang="en-US" altLang="en-US" sz="1400"/>
              <a:t>Chi phí sạc </a:t>
            </a:r>
            <a:r>
              <a:rPr lang="" altLang="en-US" sz="1400"/>
              <a:t>đ</a:t>
            </a:r>
            <a:r>
              <a:rPr lang="en-US" altLang="en-US" sz="1400"/>
              <a:t>iện rẻ hơn x</a:t>
            </a:r>
            <a:r>
              <a:rPr lang="" altLang="en-US" sz="1400"/>
              <a:t>ă</a:t>
            </a:r>
            <a:r>
              <a:rPr lang="en-US" altLang="en-US" sz="1400"/>
              <a:t>ng/dầu.</a:t>
            </a:r>
          </a:p>
          <a:p>
            <a:r>
              <a:rPr lang="" altLang="en-US" sz="1400"/>
              <a:t>Í</a:t>
            </a:r>
            <a:r>
              <a:rPr lang="en-US" altLang="en-US" sz="1400"/>
              <a:t>t chi tiết cơ khí → bảo d</a:t>
            </a:r>
            <a:r>
              <a:rPr lang="" altLang="en-US" sz="1400"/>
              <a:t>ư</a:t>
            </a:r>
            <a:r>
              <a:rPr lang="en-US" altLang="en-US" sz="1400"/>
              <a:t>ỡng rẻ, ít hỏng vặt.</a:t>
            </a:r>
          </a:p>
          <a:p>
            <a:endParaRPr lang="en-US" altLang="en-US" sz="1400"/>
          </a:p>
          <a:p>
            <a:r>
              <a:rPr lang="en-US" altLang="en-US" sz="1400"/>
              <a:t>2. Môi tr</a:t>
            </a:r>
            <a:r>
              <a:rPr lang="" altLang="en-US" sz="1400"/>
              <a:t>ư</a:t>
            </a:r>
            <a:r>
              <a:rPr lang="en-US" altLang="en-US" sz="1400"/>
              <a:t>ờng </a:t>
            </a:r>
            <a:r>
              <a:rPr lang="zh-CN" altLang="en-US" sz="1400"/>
              <a:t>🌱</a:t>
            </a:r>
            <a:endParaRPr lang="en-US" altLang="en-US" sz="1400"/>
          </a:p>
          <a:p>
            <a:r>
              <a:rPr lang="en-US" altLang="en-US" sz="1400"/>
              <a:t>Không phát thải khói bụi tại chỗ.</a:t>
            </a:r>
          </a:p>
          <a:p>
            <a:r>
              <a:rPr lang="en-US" altLang="en-US" sz="1400"/>
              <a:t>Giảm CO₂, tiếng ồn → bảo vệ sức khỏe &amp; không khí </a:t>
            </a:r>
            <a:r>
              <a:rPr lang="" altLang="en-US" sz="1400"/>
              <a:t>đ</a:t>
            </a:r>
            <a:r>
              <a:rPr lang="en-US" altLang="en-US" sz="1400"/>
              <a:t>ô thị.</a:t>
            </a:r>
          </a:p>
          <a:p>
            <a:endParaRPr lang="en-US" altLang="en-US" sz="1400"/>
          </a:p>
          <a:p>
            <a:r>
              <a:rPr lang="en-US" altLang="en-US" sz="1400"/>
              <a:t>3. Trải nghiệm lái </a:t>
            </a:r>
            <a:r>
              <a:rPr lang="zh-CN" altLang="en-US" sz="1400"/>
              <a:t>🚗</a:t>
            </a:r>
            <a:endParaRPr lang="en-US" altLang="en-US" sz="1400"/>
          </a:p>
          <a:p>
            <a:r>
              <a:rPr lang="en-US" altLang="en-US" sz="1400"/>
              <a:t>T</a:t>
            </a:r>
            <a:r>
              <a:rPr lang="" altLang="en-US" sz="1400"/>
              <a:t>ă</a:t>
            </a:r>
            <a:r>
              <a:rPr lang="en-US" altLang="en-US" sz="1400"/>
              <a:t>ng tốc nhanh, êm ái, ít rung ồn.</a:t>
            </a:r>
          </a:p>
          <a:p>
            <a:r>
              <a:rPr lang="en-US" altLang="en-US" sz="1400"/>
              <a:t>Trọng tâm thấp, an toàn khi vào cua.</a:t>
            </a:r>
          </a:p>
          <a:p>
            <a:endParaRPr lang="en-US" altLang="en-US" sz="1400"/>
          </a:p>
          <a:p>
            <a:r>
              <a:rPr lang="en-US" altLang="en-US" sz="1400"/>
              <a:t>4. Công nghệ thông minh </a:t>
            </a:r>
            <a:r>
              <a:rPr lang="zh-CN" altLang="en-US" sz="1400"/>
              <a:t>📱</a:t>
            </a:r>
            <a:endParaRPr lang="en-US" altLang="en-US" sz="1400"/>
          </a:p>
          <a:p>
            <a:r>
              <a:rPr lang="en-US" altLang="en-US" sz="1400"/>
              <a:t>Kết nối internet, cập nhật phần mềm OTA.</a:t>
            </a:r>
          </a:p>
          <a:p>
            <a:r>
              <a:rPr lang="" altLang="en-US" sz="1400"/>
              <a:t>Đ</a:t>
            </a:r>
            <a:r>
              <a:rPr lang="en-US" altLang="en-US" sz="1400"/>
              <a:t>iều khiển xe qua app, nhiều tính n</a:t>
            </a:r>
            <a:r>
              <a:rPr lang="" altLang="en-US" sz="1400"/>
              <a:t>ă</a:t>
            </a:r>
            <a:r>
              <a:rPr lang="en-US" altLang="en-US" sz="1400"/>
              <a:t>ng hỗ trợ lái.</a:t>
            </a:r>
          </a:p>
          <a:p>
            <a:endParaRPr lang="en-US" altLang="en-US" sz="1400"/>
          </a:p>
          <a:p>
            <a:r>
              <a:rPr lang="en-US" altLang="en-US" sz="1400"/>
              <a:t>5. Xã hội &amp; chính sách </a:t>
            </a:r>
            <a:r>
              <a:rPr lang="zh-CN" altLang="en-US" sz="1400"/>
              <a:t>🏛</a:t>
            </a:r>
            <a:r>
              <a:rPr lang="" altLang="en-US" sz="1400"/>
              <a:t>️</a:t>
            </a:r>
            <a:endParaRPr lang="en-US" altLang="en-US" sz="1400"/>
          </a:p>
          <a:p>
            <a:r>
              <a:rPr lang="" altLang="en-US" sz="1400"/>
              <a:t>Đư</a:t>
            </a:r>
            <a:r>
              <a:rPr lang="en-US" altLang="en-US" sz="1400"/>
              <a:t>ợc nhiều quốc gia trợ giá, miễn/giảm thuế.</a:t>
            </a:r>
          </a:p>
          <a:p>
            <a:r>
              <a:rPr lang="en-US" altLang="en-US" sz="1400"/>
              <a:t>Làn </a:t>
            </a:r>
            <a:r>
              <a:rPr lang="" altLang="en-US" sz="1400"/>
              <a:t>đư</a:t>
            </a:r>
            <a:r>
              <a:rPr lang="en-US" altLang="en-US" sz="1400"/>
              <a:t>ờng riêng, phí cầu </a:t>
            </a:r>
            <a:r>
              <a:rPr lang="" altLang="en-US" sz="1400"/>
              <a:t>đư</a:t>
            </a:r>
            <a:r>
              <a:rPr lang="en-US" altLang="en-US" sz="1400"/>
              <a:t>ờng rẻ hơn (tùy nơi).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546850" y="1863725"/>
            <a:ext cx="4437380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NHƯỢC ĐIỂM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5260" y="1961515"/>
            <a:ext cx="5761355" cy="375729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63270" y="2157730"/>
            <a:ext cx="5384165" cy="3959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PIN:</a:t>
            </a:r>
          </a:p>
          <a:p>
            <a:r>
              <a:rPr lang="en-US"/>
              <a:t>Sạc trong thời gian dài, chậm khi sạc ở nhà</a:t>
            </a:r>
          </a:p>
          <a:p>
            <a:r>
              <a:rPr lang="en-US"/>
              <a:t>Lo ngại khi đi hết điện</a:t>
            </a:r>
            <a:br>
              <a:rPr lang="en-US"/>
            </a:br>
            <a:r>
              <a:rPr lang="en-US" altLang="en-US"/>
              <a:t>Pin xuống cấp sau 8–10 n</a:t>
            </a:r>
            <a:r>
              <a:rPr lang="" altLang="en-US"/>
              <a:t>ă</a:t>
            </a:r>
            <a:r>
              <a:rPr lang="en-US" altLang="en-US"/>
              <a:t>m → giảm quãng </a:t>
            </a:r>
            <a:r>
              <a:rPr lang="" altLang="en-US"/>
              <a:t>đư</a:t>
            </a:r>
            <a:r>
              <a:rPr lang="en-US" altLang="en-US"/>
              <a:t>ờng di chuyển.</a:t>
            </a:r>
          </a:p>
          <a:p>
            <a:endParaRPr lang="en-US" altLang="en-US"/>
          </a:p>
          <a:p>
            <a:r>
              <a:rPr lang="en-US"/>
              <a:t>Giá thành: Cao</a:t>
            </a:r>
          </a:p>
          <a:p>
            <a:endParaRPr lang="en-US"/>
          </a:p>
          <a:p>
            <a:r>
              <a:rPr lang="en-US" altLang="en-US"/>
              <a:t>Hạ tầng sạc ch</a:t>
            </a:r>
            <a:r>
              <a:rPr lang="" altLang="en-US"/>
              <a:t>ư</a:t>
            </a:r>
            <a:r>
              <a:rPr lang="en-US" altLang="en-US"/>
              <a:t>a </a:t>
            </a:r>
            <a:r>
              <a:rPr lang="" altLang="en-US"/>
              <a:t>đ</a:t>
            </a:r>
            <a:r>
              <a:rPr lang="en-US" altLang="en-US"/>
              <a:t>ồng bộ </a:t>
            </a:r>
            <a:r>
              <a:rPr lang="zh-CN" altLang="en-US"/>
              <a:t>⚡</a:t>
            </a:r>
          </a:p>
          <a:p>
            <a:endParaRPr lang="en-US" altLang="en-US"/>
          </a:p>
          <a:p>
            <a:r>
              <a:rPr lang="en-US" altLang="en-US"/>
              <a:t>Ở nhiều quốc gia (</a:t>
            </a:r>
            <a:r>
              <a:rPr lang="" altLang="en-US"/>
              <a:t>đ</a:t>
            </a:r>
            <a:r>
              <a:rPr lang="en-US" altLang="en-US"/>
              <a:t>ặc biệt là </a:t>
            </a:r>
            <a:r>
              <a:rPr lang="" altLang="en-US"/>
              <a:t>đ</a:t>
            </a:r>
            <a:r>
              <a:rPr lang="en-US" altLang="en-US"/>
              <a:t>ang phát triển), trạm sạc còn ít, phân bố không </a:t>
            </a:r>
            <a:r>
              <a:rPr lang="" altLang="en-US"/>
              <a:t>đ</a:t>
            </a:r>
            <a:r>
              <a:rPr lang="en-US" altLang="en-US"/>
              <a:t>ều.</a:t>
            </a:r>
          </a:p>
          <a:p>
            <a:r>
              <a:rPr lang="en-US" altLang="en-US"/>
              <a:t>Gây bất tiện khi di chuyển xa.</a:t>
            </a:r>
          </a:p>
          <a:p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TÍNH NĂNG CỦA XE ĐIỆN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730" y="1511935"/>
            <a:ext cx="931418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TÍNH NĂNG CỦA XE ĐIỆN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2555" y="1600200"/>
            <a:ext cx="785241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LOẠI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545" y="1536700"/>
            <a:ext cx="10524490" cy="4218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LOẠI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060" y="1600200"/>
            <a:ext cx="9864725" cy="4787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- Cảm ơn các bạn / thầy / cô đã lắng nghe bài trình bày của 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616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Business Cooperate</vt:lpstr>
      <vt:lpstr>TỔNG KẾT CHƯƠNG I</vt:lpstr>
      <vt:lpstr>Giới Thiệu Về Xe Ô Tô Điện</vt:lpstr>
      <vt:lpstr>XU HƯỚNG</vt:lpstr>
      <vt:lpstr>LỢI ÍCH CỦA XE ĐIỆN</vt:lpstr>
      <vt:lpstr>NHƯỢC ĐIỂM</vt:lpstr>
      <vt:lpstr>TÍNH NĂNG CỦA XE ĐIỆN</vt:lpstr>
      <vt:lpstr>TÍNH NĂNG CỦA XE ĐIỆN</vt:lpstr>
      <vt:lpstr>PHÂN LOẠI</vt:lpstr>
      <vt:lpstr>PHÂN LOẠI</vt:lpstr>
      <vt:lpstr>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Hưng Bùi</dc:creator>
  <cp:lastModifiedBy>nguyentien2005bg@gmail.com</cp:lastModifiedBy>
  <cp:revision>8</cp:revision>
  <dcterms:created xsi:type="dcterms:W3CDTF">2025-08-27T09:54:00Z</dcterms:created>
  <dcterms:modified xsi:type="dcterms:W3CDTF">2025-08-29T06:47:43Z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91462884EAC0409486128B4F38DB2FAC_12</vt:lpwstr>
  </property>
  <property fmtid="{D5CDD505-2E9C-101B-9397-08002B2CF9AE}" pid="3" name="KSOProductBuildVer">
    <vt:lpwstr>1033-12.2.0.21931</vt:lpwstr>
  </property>
</Properties>
</file>