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sz="6600">
                <a:latin typeface="Times New Roman" panose="02020603050405020304" charset="0"/>
                <a:ea typeface="League Spartan ExtraBold"/>
                <a:cs typeface="Times New Roman" panose="02020603050405020304" charset="0"/>
                <a:sym typeface="League Spartan ExtraBold"/>
              </a:rPr>
              <a:t>Trình bày ch</a:t>
            </a:r>
            <a:r>
              <a:rPr lang="vi-VN" sz="6600">
                <a:latin typeface="Times New Roman" panose="02020603050405020304" charset="0"/>
                <a:ea typeface="League Spartan ExtraBold"/>
                <a:cs typeface="Times New Roman" panose="02020603050405020304" charset="0"/>
                <a:sym typeface="League Spartan ExtraBold"/>
              </a:rPr>
              <a:t>ư</a:t>
            </a:r>
            <a:r>
              <a:rPr lang="en-US" sz="6600">
                <a:latin typeface="Times New Roman" panose="02020603050405020304" charset="0"/>
                <a:ea typeface="League Spartan ExtraBold"/>
                <a:cs typeface="Times New Roman" panose="02020603050405020304" charset="0"/>
                <a:sym typeface="League Spartan ExtraBold"/>
              </a:rPr>
              <a:t>ơng 2</a:t>
            </a:r>
            <a:endParaRPr lang="en-US" sz="6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vi-VN" altLang="en-US"/>
              <a:t>NGUYỄN TRUNG </a:t>
            </a:r>
            <a:r>
              <a:rPr lang="vi-VN" altLang="en-US"/>
              <a:t>KIÊN</a:t>
            </a:r>
            <a:endParaRPr lang="vi-V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ym typeface="+mn-ea"/>
              </a:rPr>
              <a:t>Hệ thống sạc pin ô tô điện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28040"/>
            <a:ext cx="10972800" cy="5299710"/>
          </a:xfrm>
        </p:spPr>
        <p:txBody>
          <a:bodyPr/>
          <a:p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Chức năng: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Nạp điện cho pin từ nguồn ngoài.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Bảo vệ và tối ưu tuổi thọ pin.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Thành phần chính: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Nguồn điện: AC (sạc chậm), DC (sạc nhanh).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Bộ sạc (OBC): đổi AC → DC, điều chỉnh dòng/áp.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BMS (quản lý pin): giám sát, cân bằng cell, bảo vệ an toàn.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Cổng sạc &amp; giắc cắm: chuẩn Type 1, Type 2, CCS…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Bộ DC/DC: hạ áp nuôi hệ thống điện phụ.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Các phương pháp sạc: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Sạc chậm (AC): 6–12 giờ, tiện cho sạc tại nhà.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Sạc nhanh (DC): 30–60 phút đạt ~80%.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Sạc không dây: tiện lợi, hiệu suất thấp hơn.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Quy trình: Cắm giắc → giao tiếp xe – trạm → BMS điều khiển → pin đầy → tự ngắt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3080" y="0"/>
            <a:ext cx="5338445" cy="36899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ym typeface="+mn-ea"/>
              </a:rPr>
              <a:t>Giới thiệu chung về Pin trên ô tô điện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81380"/>
            <a:ext cx="10972800" cy="5246370"/>
          </a:xfrm>
        </p:spPr>
        <p:txBody>
          <a:bodyPr/>
          <a:p>
            <a:pPr>
              <a:buFont typeface="Arial" panose="020B0604020202020204"/>
              <a:buChar char="•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Khái niệm: Pin (Battery) là bộ phận lưu trữ và cung cấp năng lượng điện cho động cơ điện và các hệ thống trên xe.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Nguồn năng lượng chính thay cho nhiên liệu xăng/dầu.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Quyết định quãng đường di chuyển, công suất và hiệu suất xe.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Ảnh hưởng trực tiếp đến giá thành và tuổi thọ của ô tô điện.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Loại pin sử dụng phổ biến: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Pin Lithium-ion (Li-ion): nhẹ, dung lượng cao, tuổi thọ tốt → được dùng nhiều nhất hiện nay.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Pin LFP (Lithium Iron Phosphate): bền, an toàn, giá thấp hơn nhưng mật độ năng lượng thấp.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Ngoài ra còn có pin thể rắn (Solid-state, đang nghiên cứu) hứa hẹn dung lượng cao và an toàn hơn.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Cấu tạo cơ bản: Gồm nhiều cell pin ghép thành module, sau đó kết hợp thành pack pin để cung cấp điện áp cao (200V – 800V).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Yếu tố ảnh hưởng đến pin: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Nhiệt độ làm việc.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Chu kỳ sạc/xả.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lang="vi-V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Cách sử dụng (sạc nhanh, xả sâu thường xuyên sẽ giảm tuổi thọ).</a:t>
            </a:r>
            <a:endParaRPr lang="vi-VN" sz="12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3175" y="0"/>
            <a:ext cx="3298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38455"/>
            <a:ext cx="10972800" cy="5789295"/>
          </a:xfrm>
        </p:spPr>
        <p:txBody>
          <a:bodyPr/>
          <a:p>
            <a:pPr>
              <a:spcAft>
                <a:spcPct val="0"/>
              </a:spcAft>
            </a:pPr>
            <a:r>
              <a:rPr sz="1200" b="1">
                <a:sym typeface="+mn-ea"/>
              </a:rPr>
              <a:t>Phân loại pin xe điện</a:t>
            </a:r>
            <a:endParaRPr sz="1200" b="1"/>
          </a:p>
          <a:p>
            <a:r>
              <a:rPr sz="1200">
                <a:sym typeface="+mn-ea"/>
              </a:rPr>
              <a:t>Hiện nay, ô tô điện chủ yếu sử dụng các loại pin sau:</a:t>
            </a:r>
            <a:endParaRPr sz="1200"/>
          </a:p>
          <a:p>
            <a:endParaRPr sz="1200"/>
          </a:p>
          <a:p>
            <a:pPr>
              <a:buFont typeface="Arial" panose="020B0604020202020204"/>
              <a:buChar char="•"/>
            </a:pPr>
            <a:r>
              <a:rPr sz="1200">
                <a:sym typeface="+mn-ea"/>
              </a:rPr>
              <a:t>Pin Lithium-ion (Li-ion):</a:t>
            </a:r>
            <a:endParaRPr sz="1200"/>
          </a:p>
          <a:p>
            <a:pPr>
              <a:buFont typeface="Arial" panose="020B0604020202020204"/>
              <a:buChar char="•"/>
            </a:pPr>
            <a:endParaRPr sz="1200"/>
          </a:p>
          <a:p>
            <a:pPr lvl="1">
              <a:buFont typeface="Arial" panose="020B0604020202020204"/>
              <a:buChar char="◦"/>
            </a:pPr>
            <a:r>
              <a:rPr sz="1200">
                <a:sym typeface="+mn-ea"/>
              </a:rPr>
              <a:t>Phổ biến nhất, dung lượng lớn, trọng lượng nhẹ, hiệu suất cao.</a:t>
            </a:r>
            <a:endParaRPr sz="1200"/>
          </a:p>
          <a:p>
            <a:pPr lvl="1">
              <a:buFont typeface="Arial" panose="020B0604020202020204"/>
              <a:buChar char="◦"/>
            </a:pPr>
            <a:endParaRPr sz="1200"/>
          </a:p>
          <a:p>
            <a:pPr lvl="1">
              <a:buFont typeface="Arial" panose="020B0604020202020204"/>
              <a:buChar char="◦"/>
            </a:pPr>
            <a:r>
              <a:rPr sz="1200">
                <a:sym typeface="+mn-ea"/>
              </a:rPr>
              <a:t>Nhược điểm: giá thành cao, yêu cầu hệ thống quản lý nghiêm ngặt.</a:t>
            </a:r>
            <a:endParaRPr sz="1200"/>
          </a:p>
          <a:p>
            <a:pPr lvl="1">
              <a:buFont typeface="Arial" panose="020B0604020202020204"/>
              <a:buChar char="◦"/>
            </a:pPr>
            <a:endParaRPr sz="1200"/>
          </a:p>
          <a:p>
            <a:pPr>
              <a:buFont typeface="Arial" panose="020B0604020202020204"/>
              <a:buChar char="•"/>
            </a:pPr>
            <a:r>
              <a:rPr sz="1200">
                <a:sym typeface="+mn-ea"/>
              </a:rPr>
              <a:t>Pin LFP (Lithium Iron Phosphate):</a:t>
            </a:r>
            <a:endParaRPr sz="1200"/>
          </a:p>
          <a:p>
            <a:pPr>
              <a:buFont typeface="Arial" panose="020B0604020202020204"/>
              <a:buChar char="•"/>
            </a:pPr>
            <a:endParaRPr sz="1200"/>
          </a:p>
          <a:p>
            <a:pPr lvl="1">
              <a:buFont typeface="Arial" panose="020B0604020202020204"/>
              <a:buChar char="◦"/>
            </a:pPr>
            <a:r>
              <a:rPr sz="1200">
                <a:sym typeface="+mn-ea"/>
              </a:rPr>
              <a:t>An toàn, tuổi thọ cao, giá thành thấp.</a:t>
            </a:r>
            <a:endParaRPr sz="1200"/>
          </a:p>
          <a:p>
            <a:pPr lvl="1">
              <a:buFont typeface="Arial" panose="020B0604020202020204"/>
              <a:buChar char="◦"/>
            </a:pPr>
            <a:endParaRPr sz="1200"/>
          </a:p>
          <a:p>
            <a:pPr lvl="1">
              <a:buFont typeface="Arial" panose="020B0604020202020204"/>
              <a:buChar char="◦"/>
            </a:pPr>
            <a:r>
              <a:rPr sz="1200">
                <a:sym typeface="+mn-ea"/>
              </a:rPr>
              <a:t>Nhược điểm: mật độ năng lượng thấp hơn Li-ion, quãng đường ngắn hơn.</a:t>
            </a:r>
            <a:endParaRPr sz="1200"/>
          </a:p>
          <a:p>
            <a:pPr lvl="1">
              <a:buFont typeface="Arial" panose="020B0604020202020204"/>
              <a:buChar char="◦"/>
            </a:pPr>
            <a:endParaRPr sz="1200"/>
          </a:p>
          <a:p>
            <a:pPr>
              <a:buFont typeface="Arial" panose="020B0604020202020204"/>
              <a:buChar char="•"/>
            </a:pPr>
            <a:r>
              <a:rPr sz="1200">
                <a:sym typeface="+mn-ea"/>
              </a:rPr>
              <a:t>Pin NMC (Nickel Mangan Cobalt):</a:t>
            </a:r>
            <a:endParaRPr sz="1200"/>
          </a:p>
          <a:p>
            <a:pPr>
              <a:buFont typeface="Arial" panose="020B0604020202020204"/>
              <a:buChar char="•"/>
            </a:pPr>
            <a:endParaRPr sz="1200"/>
          </a:p>
          <a:p>
            <a:pPr lvl="1">
              <a:buFont typeface="Arial" panose="020B0604020202020204"/>
              <a:buChar char="◦"/>
            </a:pPr>
            <a:r>
              <a:rPr sz="1200">
                <a:sym typeface="+mn-ea"/>
              </a:rPr>
              <a:t>Dung lượng lớn, khả năng tăng tốc tốt.</a:t>
            </a:r>
            <a:endParaRPr sz="1200"/>
          </a:p>
          <a:p>
            <a:pPr lvl="1">
              <a:buFont typeface="Arial" panose="020B0604020202020204"/>
              <a:buChar char="◦"/>
            </a:pPr>
            <a:endParaRPr sz="1200"/>
          </a:p>
          <a:p>
            <a:pPr lvl="1">
              <a:buFont typeface="Arial" panose="020B0604020202020204"/>
              <a:buChar char="◦"/>
            </a:pPr>
            <a:r>
              <a:rPr sz="1200">
                <a:sym typeface="+mn-ea"/>
              </a:rPr>
              <a:t>Nhược điểm: giá cao, độ bền kém hơn LFP.</a:t>
            </a:r>
            <a:endParaRPr sz="1200"/>
          </a:p>
          <a:p>
            <a:pPr lvl="1">
              <a:buFont typeface="Arial" panose="020B0604020202020204"/>
              <a:buChar char="◦"/>
            </a:pPr>
            <a:endParaRPr sz="1200"/>
          </a:p>
          <a:p>
            <a:pPr>
              <a:buFont typeface="Arial" panose="020B0604020202020204"/>
              <a:buChar char="•"/>
            </a:pPr>
            <a:r>
              <a:rPr sz="1200">
                <a:sym typeface="+mn-ea"/>
              </a:rPr>
              <a:t>Pin thể rắn (Solid-state – đang nghiên cứu):</a:t>
            </a:r>
            <a:endParaRPr sz="1200"/>
          </a:p>
          <a:p>
            <a:pPr>
              <a:buFont typeface="Arial" panose="020B0604020202020204"/>
              <a:buChar char="•"/>
            </a:pPr>
            <a:endParaRPr sz="1200"/>
          </a:p>
          <a:p>
            <a:pPr lvl="1">
              <a:buFont typeface="Arial" panose="020B0604020202020204"/>
              <a:buChar char="◦"/>
            </a:pPr>
            <a:r>
              <a:rPr sz="1200">
                <a:sym typeface="+mn-ea"/>
              </a:rPr>
              <a:t>Năng lượng cao, an toàn hơn, sạc nhanh.</a:t>
            </a:r>
            <a:endParaRPr sz="1200"/>
          </a:p>
          <a:p>
            <a:pPr lvl="1">
              <a:buFont typeface="Arial" panose="020B0604020202020204"/>
              <a:buChar char="◦"/>
            </a:pPr>
            <a:endParaRPr sz="1200"/>
          </a:p>
          <a:p>
            <a:pPr lvl="1">
              <a:buFont typeface="Arial" panose="020B0604020202020204"/>
              <a:buChar char="◦"/>
            </a:pPr>
            <a:r>
              <a:rPr sz="1200">
                <a:sym typeface="+mn-ea"/>
              </a:rPr>
              <a:t>Nhược điểm: công nghệ chưa phổ biến, giá thành đắt</a:t>
            </a:r>
            <a:r>
              <a:rPr sz="3200">
                <a:sym typeface="+mn-ea"/>
              </a:rPr>
              <a:t>.</a:t>
            </a:r>
            <a:endParaRPr sz="3200"/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1935" y="3787775"/>
            <a:ext cx="5600700" cy="3070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60045"/>
            <a:ext cx="10972800" cy="5767705"/>
          </a:xfrm>
        </p:spPr>
        <p:txBody>
          <a:bodyPr/>
          <a:p>
            <a:pPr>
              <a:spcAft>
                <a:spcPct val="0"/>
              </a:spcAft>
            </a:pPr>
            <a:r>
              <a:rPr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Phân loại hệ thống sạc xe điện</a:t>
            </a:r>
            <a:endParaRPr sz="1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ct val="0"/>
              </a:spcAft>
            </a:pPr>
            <a:endParaRPr sz="12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Theo loại dòng điện: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Sạc AC (xoay chiều):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Font typeface="Arial" panose="020B0604020202020204"/>
              <a:buChar char="•"/>
            </a:pP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Sạc chậm, công suất nhỏ (2–22 kW).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Font typeface="Arial" panose="020B0604020202020204"/>
              <a:buChar char="•"/>
            </a:pP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Font typeface="Arial" panose="020B0604020202020204"/>
              <a:buChar char="•"/>
            </a:pP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Thường dùng tại nhà hoặc bãi đỗ.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Font typeface="Arial" panose="020B0604020202020204"/>
              <a:buChar char="•"/>
            </a:pP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Sạc DC (một chiều):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Font typeface="Arial" panose="020B0604020202020204"/>
              <a:buChar char="•"/>
            </a:pP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Sạc nhanh, công suất lớn (50–350 kW).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Font typeface="Arial" panose="020B0604020202020204"/>
              <a:buChar char="•"/>
            </a:pP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Font typeface="Arial" panose="020B0604020202020204"/>
              <a:buChar char="•"/>
            </a:pP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Chủ yếu ở các trạm sạc công cộng.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2">
              <a:buFont typeface="Arial" panose="020B0604020202020204"/>
              <a:buChar char="•"/>
            </a:pP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Theo tốc độ sạc: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Sạc chậm (Level 1, Level 2): 6–12 giờ.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Sạc nhanh (Level 3 – DC fast charging): 30–60 phút đạt 80%.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Theo phương pháp truyền năng lượng: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Sạc có dây (wired charging): phổ biến, dùng cổng sạc Type 1, Type 2, CCS, CHAdeMO…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Sạc không dây (wireless charging): dùng cảm ứng điện từ, tiện lợi nhưng hiệu suất thấp hơn.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2314575" y="2030095"/>
            <a:ext cx="6758305" cy="2797810"/>
          </a:xfrm>
          <a:prstGeom prst="round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vi-VN" altLang="zh-CN" sz="6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     THANKYOU</a:t>
            </a:r>
            <a:endParaRPr kumimoji="0" lang="vi-VN" altLang="zh-CN" sz="6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2644</Words>
  <Application>WPS Presentation</Application>
  <PresentationFormat>Widescreen</PresentationFormat>
  <Paragraphs>120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League Spartan ExtraBold</vt:lpstr>
      <vt:lpstr>AMGDT</vt:lpstr>
      <vt:lpstr>Times New Roman</vt:lpstr>
      <vt:lpstr>Arial</vt:lpstr>
      <vt:lpstr>Gill Sans MT</vt:lpstr>
      <vt:lpstr>Green Color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My PC</dc:creator>
  <cp:lastModifiedBy>Huy Nguyễn</cp:lastModifiedBy>
  <cp:revision>3</cp:revision>
  <dcterms:created xsi:type="dcterms:W3CDTF">2025-07-23T00:59:00Z</dcterms:created>
  <dcterms:modified xsi:type="dcterms:W3CDTF">2025-12-15T14:22:45Z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4C1DEA98865449A0BA867BD3DC058FF5_11</vt:lpwstr>
  </property>
  <property fmtid="{D5CDD505-2E9C-101B-9397-08002B2CF9AE}" pid="3" name="KSOProductBuildVer">
    <vt:lpwstr>1033-12.2.0.22549</vt:lpwstr>
  </property>
</Properties>
</file>